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687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Telco Customer Churn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34440"/>
            <a:ext cx="113687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ICT6001 — AI Programme | Week 1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113687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ED6F1"/>
                </a:solidFill>
                <a:latin typeface="Calibri"/>
              </a:rPr>
              <a:t>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60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YEO XIU JUAN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1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LIM KHOON SENG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337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LAI KIN WAH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85216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Repo :  &lt;repo 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21792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Video:  &lt;YouTube link&gt;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68735" cy="5696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Dataset: 594,194 Telco customers  |  Churn rate ~22.5%  |  Class imbalance handled with SMOTE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3 model families compared via 5-fold stratified CV (ROC-AUC primary, Recall secondary)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Champion: XGBoost (Boosting) — highest CV ROC-AUC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GridSearchCV tuning on champion only: best params → learning_rate=0.05, max_depth=3, n_estimators=400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Hold-out (evaluated once):  ROC-AUC 0.9132  ·  Recall 0.8079  at threshold 0.61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Threshold 0.61 = highest cut still holding ≥80% recall; FN far costlier than FP, and SMOTE lifts probabilities above 0.50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 Engineering &amp; EDA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80/20 stratified split  |  X_test locked until §4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EDA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08176"/>
            <a:ext cx="4389120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Tenure: New customers (&lt;12 months) highest churn risk — focus retention on year 1.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MonthlyCharges: Churners pay ~$15–20/month more (pricing sensitivity).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Contract type: Month-to-month churn ~42%; two-year contracts &lt;3%.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No missing values; TotalCharges coerced from blank strings.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Churn rate ~22.5% — moderate imbalance addressed by SMOTE inside pipeline.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80/20 stratified train/test split; X_test untouched until §4.</a:t>
            </a:r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42416"/>
            <a:ext cx="6568135" cy="19220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Leakage-Safe Pipeline Architecture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All transforms encapsulated inside sklearn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9659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ImbPipeline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├── preprocessor  (ColumnTransformer)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│     ├── num_pipe  :  StandardScaler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│     └── cat_pipe  :  OneHotEncoder  →  SelectPercentile(chi², 50%)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├── smote          :  SMOTE(random_state=42)   ← training fold only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└── classifier     :  &lt;champion&gt;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19125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Design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38728"/>
            <a:ext cx="11368735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inside pipeline — oversampling applied only to training folds, never to validation data.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SelectPercentile(chi², 50%) — retains top-50% of one-hot columns by χ² association with Churn.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OneHotEncoder(handle_unknown='ignore') — unseen categories in test set silently zeroed.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StandardScaler on numeric features — required for Logistic Regression convergence.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All transforms fit on training fold only; test fold transformed but never fitted.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Model Selection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5-fold stratified CV at representative defaults  |  ROC-AUC primary, Recall secondary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7406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505456"/>
            <a:ext cx="7498080" cy="394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ROC-AUC: threshold-independent ranking quality — fair comparison across all families.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Recall: tracks business cost of missed churners (FN). F1/Precision omitted — threshold is set in §4.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oversampling inside ImbPipeline — minority class boosted only in training folds.</a:t>
            </a:r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42416"/>
            <a:ext cx="3550615" cy="15423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Justification: XGBoost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Selected by highest 5-fold CV ROC-AUC at default params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1887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 b="1">
                <a:solidFill>
                  <a:srgbClr val="2C3E50"/>
                </a:solidFill>
                <a:latin typeface="Calibri"/>
              </a:rPr>
              <a:t>Champion Model:  XGBoost  (Boosting family)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2C3E50"/>
                </a:solidFill>
                <a:latin typeface="Calibri"/>
              </a:rPr>
              <a:t>CV ROC-AUC:      0.9104±0.0014      CV Recall:  0.8582±0.0032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41401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Why this champion?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779776"/>
            <a:ext cx="1136873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XGBoost achieved the highest mean CV ROC-AUC across all 3 families.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Low standard deviation across folds → consistent performance, low overfitting risk.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ROC-AUC is threshold-independent — a fair selection criterion before §4 threshold shift.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Boosting family: sequentially corrects errors — strongest on tabular, imbalanced data.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Provides strong baseline for GridSearchCV tuning in §3 (champion-only grid search).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9145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Model families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5157216"/>
          <a:ext cx="113385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Interpretable baseline; linear decision boundary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Variance reduction; built-in feature importance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Boosting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Sequentially corrects errors; strong on tabular data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Hyperparameter Tuning  (Part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GridSearchCV on champion only  |  ≤50 candidate-config cap  |  n_jobs=2 (SMOTE memory)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685800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Search method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GridSearchCV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Exhaustive over small grids; reproducible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One champion declared in §2; tune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Iterations cap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≤50 candidate configs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grid ≤12 configs (well within cap)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CV folds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5-fold stratified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Validation repeats, not search iterations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Tune dataset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100k subsample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4–5× faster; refit on full 475k rows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refit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roc_auc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Threshold-independent; recall tuned in §4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n_jobs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SMOTE in pipeline — -1 causes memory blow-up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042416"/>
            <a:ext cx="40992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Tuning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408176"/>
            <a:ext cx="409925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Champion:     XGBoost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Best params:  learning_rate=0.05, max_depth=3, n_estimators=400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CV ROC-AUC:  0.9104±0.0014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CV Recall:    0.8582±0.0032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Refit: clone(best_estimator_)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       .fit(X_train, y_train)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       → full 475k rows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Final Model Stability  (Part B → 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CV cross-validated scores (train)  +  Hold-out evaluation (test, accessed once)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5-fold CV Scores (defaults)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8712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Hold-Out Test Metrics  (threshold = 0.61)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18688"/>
          <a:ext cx="3200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0.8292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42416"/>
            <a:ext cx="5470855" cy="527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Decision Reasoning  (Part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Deployment  |  Asymmetric error costs  |  Threshold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Asymmetric Error Costs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66928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 Type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Negative — miss a churner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Customer leaves uncontacted → lost lifetime value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Positive — flag loyal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Wasted retention offer — comparatively cheap, recoverable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642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Threshold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990088"/>
            <a:ext cx="5669280" cy="3758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FN far costlier than FP → prioritise recall; require recall ≥ 80%.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Among thresholds meeting the floor, 0.61 is the highest — limits false positives.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inflates predicted probabilities, so the operating point sits above 0.50, not below.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At threshold 0.61: Recall 0.8079 on hold-out — 81% of real churners flagged for intervention.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42416"/>
            <a:ext cx="5287975" cy="2063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Balanced primary/secondary split  |  seed=42 (change CONTRIB_SEED to re-roll)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105156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200400"/>
                <a:gridCol w="32004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 Area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Primary Owner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Secondary Support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Pipeline Engineering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EDA &amp; Data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B: Model Selection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C: Hyperparameter 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E: Business Decision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YEO XIU JUAN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Report &amp;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LIM KHOON 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60273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F8C8D"/>
                </a:solidFill>
                <a:latin typeface="Calibri"/>
              </a:rPr>
              <a:t>Balance check: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92277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YEO XIU JUAN:  2 areas as Primary  +  2 areas as Secondary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19709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LIM KHOON SENG:  2 areas as Primary  +  2 areas as Secondary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7141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LAI KIN WAH:  2 areas as Primary  +  2 areas as Secondary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